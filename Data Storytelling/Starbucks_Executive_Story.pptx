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purpose: determine key calorie and sugar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calorie variability and note clustering between low-cal and high-cal beverages.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Low-cal coffees vs high-cal blended and flavored drinks.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Illustrate sugar-to-calorie linear relationship; sugar is primary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Executives should note sugar control = calorie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reformulation on the top calorie producers; create reduced-sugar SKUs.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Concentrate changes on top 20% high-calorie drinks for large menu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Drives Starbucks Drink Calories?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Question: How Are Calories Distributed?</a:t>
            </a:r>
          </a:p>
        </p:txBody>
      </p:sp>
      <p:pic>
        <p:nvPicPr>
          <p:cNvPr id="3" name="Picture 2" descr="calories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417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Finding: Two Distinct Calorie Populations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Question: What Drives Calorie Spikes?</a:t>
            </a:r>
          </a:p>
        </p:txBody>
      </p:sp>
      <p:pic>
        <p:nvPicPr>
          <p:cNvPr id="3" name="Picture 2" descr="scatter_sugar_cal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3366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Finding: Sugar Predicts Calories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Strategic Opportunities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Final Recommendation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